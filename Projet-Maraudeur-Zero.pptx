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9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36DD1-FB58-72CA-5F26-CD397E159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B1B1D9-985A-5272-A160-EC0D43EF6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A7DF07-DCAB-5284-D4D4-61FCEFB0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F2F6A2-0C4F-2CDA-9A32-335CC356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B45714-8717-EEA6-9B7D-5AA85F44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93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340E5B-EDD1-62BD-A312-F9A52888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21F509-F2E2-C987-C3F9-5A5F6C3F8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87760E-CD71-0E06-8B5A-9BF34282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81AE98-CD4A-E4B7-BC50-33959604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9F98C-508C-715E-A052-2F8EA347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3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F36572-5586-4347-4D99-ED44E993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E7C49E-0B47-768A-11E0-ECA5D9F7C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B3BD8-2117-702D-31EC-2C78986F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3D6EA4-5DE7-28CA-4A31-776E7F38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B70B1-9A1A-78EB-4349-F563BCA7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87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3E301F-0B8E-6667-7353-775AF873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1B2E1D-6410-8B03-3570-24411C9DF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E856B0-848F-CAC7-B091-874CD7A7D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4FAB70-792C-DF04-2CDC-0EFBC3266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7974EF-5666-3E4B-2204-0CA896FE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A7317F-9775-1162-4EA9-D4F274BB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43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5C238-4060-975A-12E5-0E46399F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A4DADE-D031-5027-FA73-1A5306C0B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89FD01-684F-B458-87DE-15FD0F77C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BCCA5D-5EFF-E8AF-43EC-31E60D414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0B80B24-B3B2-77A9-E437-C6AB6D100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3148A7-B333-FB0A-53F0-CE0A27DB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4FE31D-D7D8-D991-93A4-EFA3256A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AA5C0CF-11D0-6073-7023-46FDB4C7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36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63BA8-D0E4-1C28-5064-82AA59AB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AC72B4-EC89-F35E-FFBE-7424B6BCF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44A716-019B-D859-A266-F8AA141A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7B0F89-4F06-0253-93C6-D1154C8B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45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8877C6-1BF3-ACD0-183A-3397F7AE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77BFD8-6FCA-0759-6DE0-C92896A9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546DCA-5E50-2652-C850-55E47676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53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A7EA9-5788-D896-EC78-F7A30E4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7F1A31-E159-3398-FCB6-EF523CF2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BB5164-947A-03E6-67FB-573BFA5D6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77F9A6-E77D-6087-D042-A58AB4F6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311F96-ED4E-7B55-8125-90133BED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56C1FC-BB7A-B171-5024-D19F5774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75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B7706-4B65-C792-304C-53B4AB79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10C5AB2-35AE-1E7D-5AFA-6FEAD75D8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DDFE19-FDD6-43B3-DEBC-E8A6680A4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D443EF-6132-3A8F-48B0-CF2DC912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CF1EEC-E579-1A86-B617-7147D034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FBAEA4-BBC4-2D49-9AA8-9FF13BE9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69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B5769-4692-9F8E-6E74-411C5D06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2F72B7-4C62-2BEC-DDBC-6BF696980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E1A724-2F71-1446-3444-1394DF53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FDEC6-C2A0-6427-22FA-74ED4332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B1EE39-782A-A35C-81F6-F3552DA9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9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5184540-A6D8-EA72-2EFA-A67D70B38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858B84-D488-09F3-CE89-A94D65375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BB1D7-01B4-F328-3E89-F931D265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6ED96A-E331-CE7A-4B1B-F38CE47F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618598-EFC5-45C5-12FB-8CFA6BCB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55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D95FABB-DBDE-7F7C-1FA0-5D7BD43A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F7C9B9-E10A-7E49-DFA0-03CC09927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30816-2E22-849B-D379-4F77354B1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1CCE5-E951-4ACB-9F55-8F3F37780134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43D15A-C676-45C8-4E73-5CCD5AAA2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C8A60E-6D94-F4E7-D346-FAD5A52F9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15B9-277F-443A-87E1-D9BEF5DF72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651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Appareils électroniques, Composant électronique, Composant de circuit, Composant de circuit passif&#10;&#10;Le contenu généré par l’IA peut être incorrect.">
            <a:extLst>
              <a:ext uri="{FF2B5EF4-FFF2-40B4-BE49-F238E27FC236}">
                <a16:creationId xmlns:a16="http://schemas.microsoft.com/office/drawing/2014/main" id="{FCF4A234-4F07-E3A6-08ED-8A6469C03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942" y="-818535"/>
            <a:ext cx="12998245" cy="866549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3FAADBC-102F-9FD5-1670-FAA13494F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2333"/>
            <a:ext cx="9144000" cy="1000442"/>
          </a:xfr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fr-FR" dirty="0"/>
              <a:t>Projet Maraudeur-</a:t>
            </a:r>
            <a:r>
              <a:rPr lang="fr-FR" dirty="0" err="1"/>
              <a:t>Zero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824182-B71E-E623-4D11-D83BB65C6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9144000" cy="462116"/>
          </a:xfr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Quentin GELY</a:t>
            </a:r>
          </a:p>
        </p:txBody>
      </p:sp>
    </p:spTree>
    <p:extLst>
      <p:ext uri="{BB962C8B-B14F-4D97-AF65-F5344CB8AC3E}">
        <p14:creationId xmlns:p14="http://schemas.microsoft.com/office/powerpoint/2010/main" val="250978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espace, obscurité, nature, léger&#10;&#10;Le contenu généré par l’IA peut être incorrect.">
            <a:extLst>
              <a:ext uri="{FF2B5EF4-FFF2-40B4-BE49-F238E27FC236}">
                <a16:creationId xmlns:a16="http://schemas.microsoft.com/office/drawing/2014/main" id="{6807F611-0102-672D-5833-7B85C38D3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796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D7B373-FB58-5125-52CD-6803F9D099F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2C093-1F99-F975-B75F-E529D6D3429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fr-FR" dirty="0"/>
              <a:t>Prevention</a:t>
            </a:r>
          </a:p>
          <a:p>
            <a:pPr>
              <a:lnSpc>
                <a:spcPct val="150000"/>
              </a:lnSpc>
            </a:pPr>
            <a:r>
              <a:rPr lang="fr-FR" dirty="0"/>
              <a:t>Les différentes attaques</a:t>
            </a:r>
          </a:p>
          <a:p>
            <a:pPr>
              <a:lnSpc>
                <a:spcPct val="150000"/>
              </a:lnSpc>
            </a:pPr>
            <a:r>
              <a:rPr lang="fr-FR" dirty="0"/>
              <a:t>Matériel / logiciel</a:t>
            </a:r>
          </a:p>
          <a:p>
            <a:pPr>
              <a:lnSpc>
                <a:spcPct val="150000"/>
              </a:lnSpc>
            </a:pPr>
            <a:r>
              <a:rPr lang="fr-FR" dirty="0"/>
              <a:t>Comment faire l’attaque</a:t>
            </a:r>
          </a:p>
          <a:p>
            <a:pPr>
              <a:lnSpc>
                <a:spcPct val="150000"/>
              </a:lnSpc>
            </a:pPr>
            <a:r>
              <a:rPr lang="fr-FR" dirty="0"/>
              <a:t>Comment s’en protéger</a:t>
            </a:r>
          </a:p>
          <a:p>
            <a:pPr>
              <a:lnSpc>
                <a:spcPct val="150000"/>
              </a:lnSpc>
            </a:pPr>
            <a:r>
              <a:rPr lang="fr-FR" dirty="0"/>
              <a:t>Conclusion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33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ercle, personne, main, léger&#10;&#10;Le contenu généré par l’IA peut être incorrect.">
            <a:extLst>
              <a:ext uri="{FF2B5EF4-FFF2-40B4-BE49-F238E27FC236}">
                <a16:creationId xmlns:a16="http://schemas.microsoft.com/office/drawing/2014/main" id="{3E920B8F-A9AA-545B-0D6A-BC8716DF9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2"/>
          <a:stretch>
            <a:fillRect/>
          </a:stretch>
        </p:blipFill>
        <p:spPr>
          <a:xfrm>
            <a:off x="0" y="-71120"/>
            <a:ext cx="12308114" cy="7305368"/>
          </a:xfrm>
          <a:prstGeom prst="rect">
            <a:avLst/>
          </a:prstGeom>
        </p:spPr>
      </p:pic>
      <p:pic>
        <p:nvPicPr>
          <p:cNvPr id="18" name="Image 17" descr="Une image contenant logo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F82DADE2-F916-A3FA-520D-4C7829609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751" y="2820275"/>
            <a:ext cx="2513049" cy="25130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25D79B7-0026-2AF1-E45E-FBF0A5AB993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Introduction</a:t>
            </a:r>
          </a:p>
        </p:txBody>
      </p:sp>
      <p:pic>
        <p:nvPicPr>
          <p:cNvPr id="14" name="Image 13" descr="Une image contenant printemps&#10;&#10;Le contenu généré par l’IA peut être incorrect.">
            <a:extLst>
              <a:ext uri="{FF2B5EF4-FFF2-40B4-BE49-F238E27FC236}">
                <a16:creationId xmlns:a16="http://schemas.microsoft.com/office/drawing/2014/main" id="{ED40385D-615A-5B32-B098-3C55790E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32497"/>
            <a:ext cx="3211917" cy="2400827"/>
          </a:xfrm>
          <a:prstGeom prst="rect">
            <a:avLst/>
          </a:prstGeom>
        </p:spPr>
      </p:pic>
      <p:pic>
        <p:nvPicPr>
          <p:cNvPr id="16" name="Image 15" descr="Une image contenant croquis, ordinateur, ordinateur portable, illustration&#10;&#10;Le contenu généré par l’IA peut être incorrect.">
            <a:extLst>
              <a:ext uri="{FF2B5EF4-FFF2-40B4-BE49-F238E27FC236}">
                <a16:creationId xmlns:a16="http://schemas.microsoft.com/office/drawing/2014/main" id="{380705DB-17BC-4D3D-79D4-4E1EC2DF9C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203" y="2820275"/>
            <a:ext cx="2625273" cy="262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2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léger, Bleu Majorelle, capture d’écran, Bleu électrique&#10;&#10;Le contenu généré par l’IA peut être incorrect.">
            <a:extLst>
              <a:ext uri="{FF2B5EF4-FFF2-40B4-BE49-F238E27FC236}">
                <a16:creationId xmlns:a16="http://schemas.microsoft.com/office/drawing/2014/main" id="{E8EE6FDA-C226-9062-9A43-B3BB0C9E8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395200" cy="698040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5DB80E-9BA9-B8D7-FB01-7003CB930E3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Prevention</a:t>
            </a:r>
          </a:p>
        </p:txBody>
      </p:sp>
      <p:pic>
        <p:nvPicPr>
          <p:cNvPr id="10" name="Espace réservé du contenu 9" descr="Une image contenant texte, Police&#10;&#10;Le contenu généré par l’IA peut être incorrect.">
            <a:extLst>
              <a:ext uri="{FF2B5EF4-FFF2-40B4-BE49-F238E27FC236}">
                <a16:creationId xmlns:a16="http://schemas.microsoft.com/office/drawing/2014/main" id="{B671C2AD-5C8D-7214-2222-B3C5017D7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223" y="1825625"/>
            <a:ext cx="6545877" cy="4625754"/>
          </a:xfrm>
        </p:spPr>
      </p:pic>
    </p:spTree>
    <p:extLst>
      <p:ext uri="{BB962C8B-B14F-4D97-AF65-F5344CB8AC3E}">
        <p14:creationId xmlns:p14="http://schemas.microsoft.com/office/powerpoint/2010/main" val="154895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ircuit, Appareils électroniques, Ingénierie électronique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04908570-DDD7-47E1-47A5-5DB03BBB4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925" y="-285750"/>
            <a:ext cx="12515850" cy="83439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D1F42B5-484E-B262-FF80-9DB98E700DE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Les différentes attaques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09159-13D8-CA28-CA58-5F895A11298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Attaque </a:t>
            </a:r>
            <a:r>
              <a:rPr lang="fr-FR" dirty="0" err="1"/>
              <a:t>deauth</a:t>
            </a:r>
            <a:r>
              <a:rPr lang="fr-FR" dirty="0"/>
              <a:t> / </a:t>
            </a:r>
            <a:r>
              <a:rPr lang="fr-FR" dirty="0" err="1"/>
              <a:t>désauthentification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Capture de handshake (WPA/WPA2)</a:t>
            </a:r>
          </a:p>
          <a:p>
            <a:pPr>
              <a:lnSpc>
                <a:spcPct val="150000"/>
              </a:lnSpc>
            </a:pPr>
            <a:r>
              <a:rPr lang="fr-FR" b="1" u="sng" dirty="0"/>
              <a:t>Capture PMKID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Evil</a:t>
            </a:r>
            <a:r>
              <a:rPr lang="fr-FR" dirty="0"/>
              <a:t> </a:t>
            </a:r>
            <a:r>
              <a:rPr lang="fr-FR" dirty="0" err="1"/>
              <a:t>Twin</a:t>
            </a:r>
            <a:r>
              <a:rPr lang="fr-FR" dirty="0"/>
              <a:t> (AP jumeau malveillant)</a:t>
            </a:r>
          </a:p>
          <a:p>
            <a:pPr>
              <a:lnSpc>
                <a:spcPct val="150000"/>
              </a:lnSpc>
            </a:pPr>
            <a:r>
              <a:rPr lang="fr-FR" dirty="0"/>
              <a:t>Attaque dictionnaire / brute force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Sniffing</a:t>
            </a:r>
            <a:r>
              <a:rPr lang="fr-FR" dirty="0"/>
              <a:t> passif</a:t>
            </a:r>
          </a:p>
        </p:txBody>
      </p:sp>
    </p:spTree>
    <p:extLst>
      <p:ext uri="{BB962C8B-B14F-4D97-AF65-F5344CB8AC3E}">
        <p14:creationId xmlns:p14="http://schemas.microsoft.com/office/powerpoint/2010/main" val="1730754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Appareils électroniques, circuit, Composant électronique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E7085762-C3F4-3E49-C050-19A64ED7D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070" y="-323850"/>
            <a:ext cx="12445470" cy="818984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570AE4B-CA83-3369-42BF-DB2193FE4DB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5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Matériel / logiciel</a:t>
            </a:r>
          </a:p>
        </p:txBody>
      </p:sp>
      <p:pic>
        <p:nvPicPr>
          <p:cNvPr id="5" name="Espace réservé du contenu 4" descr="Une image contenant texte, conception, orange&#10;&#10;Le contenu généré par l’IA peut être incorrect.">
            <a:extLst>
              <a:ext uri="{FF2B5EF4-FFF2-40B4-BE49-F238E27FC236}">
                <a16:creationId xmlns:a16="http://schemas.microsoft.com/office/drawing/2014/main" id="{FAE5C459-DDF3-7E2F-9D28-AA823D524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08" y="4404524"/>
            <a:ext cx="3600450" cy="2372697"/>
          </a:xfrm>
          <a:ln>
            <a:solidFill>
              <a:schemeClr val="tx1"/>
            </a:solidFill>
          </a:ln>
        </p:spPr>
      </p:pic>
      <p:pic>
        <p:nvPicPr>
          <p:cNvPr id="9" name="Image 8" descr="Une image contenant Appareils électroniques, texte, Composant électronique, Composant de circuit&#10;&#10;Le contenu généré par l’IA peut être incorrect.">
            <a:extLst>
              <a:ext uri="{FF2B5EF4-FFF2-40B4-BE49-F238E27FC236}">
                <a16:creationId xmlns:a16="http://schemas.microsoft.com/office/drawing/2014/main" id="{825A4624-A4BA-5069-736C-6898AE98E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8515"/>
            <a:ext cx="4520467" cy="25736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 10" descr="Une image contenant dessin, créativité, conception&#10;&#10;Le contenu généré par l’IA peut être incorrect.">
            <a:extLst>
              <a:ext uri="{FF2B5EF4-FFF2-40B4-BE49-F238E27FC236}">
                <a16:creationId xmlns:a16="http://schemas.microsoft.com/office/drawing/2014/main" id="{680D7B78-762C-7683-7E73-894E19A5F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1" y="1885840"/>
            <a:ext cx="4772655" cy="2386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 12" descr="Une image contenant logo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F4289170-C94E-7D85-9A13-48F3375088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1" b="15879"/>
          <a:stretch>
            <a:fillRect/>
          </a:stretch>
        </p:blipFill>
        <p:spPr>
          <a:xfrm>
            <a:off x="6381750" y="4404524"/>
            <a:ext cx="3600450" cy="2382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627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vase, lampe, mur, plante&#10;&#10;Le contenu généré par l’IA peut être incorrect.">
            <a:extLst>
              <a:ext uri="{FF2B5EF4-FFF2-40B4-BE49-F238E27FC236}">
                <a16:creationId xmlns:a16="http://schemas.microsoft.com/office/drawing/2014/main" id="{2C10A5E9-FE5C-9AD4-FAD8-ECC56FD0F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050" y="-158750"/>
            <a:ext cx="12890500" cy="722913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FCE4121-4139-5C0A-DB9D-C83A9A5FC03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Comment faire l’attaque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CC5727-3FC7-A28E-C3B8-524D9453AC2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fr-FR" dirty="0"/>
              <a:t>Démonstration vidéo</a:t>
            </a:r>
          </a:p>
        </p:txBody>
      </p:sp>
    </p:spTree>
    <p:extLst>
      <p:ext uri="{BB962C8B-B14F-4D97-AF65-F5344CB8AC3E}">
        <p14:creationId xmlns:p14="http://schemas.microsoft.com/office/powerpoint/2010/main" val="184877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cercle, capture d’écran, léger, Caractère coloré&#10;&#10;Le contenu généré par l’IA peut être incorrect.">
            <a:extLst>
              <a:ext uri="{FF2B5EF4-FFF2-40B4-BE49-F238E27FC236}">
                <a16:creationId xmlns:a16="http://schemas.microsoft.com/office/drawing/2014/main" id="{88983C6F-0CAD-6604-E068-E51451377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-233362"/>
            <a:ext cx="12782550" cy="71688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9131265-4D0A-AE92-65E4-AABD0EF53F1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dirty="0"/>
              <a:t>Comment s’en protéger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E7EC69E-E700-F1E5-3143-EB27ACA3F81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 anchor="ctr" anchorCtr="0"/>
          <a:lstStyle/>
          <a:p>
            <a:pPr>
              <a:lnSpc>
                <a:spcPct val="150000"/>
              </a:lnSpc>
            </a:pPr>
            <a:r>
              <a:rPr lang="fr-FR" dirty="0"/>
              <a:t>Mot de Passe robuste</a:t>
            </a:r>
          </a:p>
          <a:p>
            <a:pPr>
              <a:lnSpc>
                <a:spcPct val="150000"/>
              </a:lnSpc>
            </a:pPr>
            <a:r>
              <a:rPr lang="fr-FR" dirty="0"/>
              <a:t>Tester son mot de passe</a:t>
            </a:r>
          </a:p>
          <a:p>
            <a:pPr>
              <a:lnSpc>
                <a:spcPct val="150000"/>
              </a:lnSpc>
            </a:pPr>
            <a:r>
              <a:rPr lang="fr-FR" dirty="0"/>
              <a:t>Vérifier les connexions sur son réseau</a:t>
            </a:r>
          </a:p>
          <a:p>
            <a:pPr>
              <a:lnSpc>
                <a:spcPct val="150000"/>
              </a:lnSpc>
            </a:pPr>
            <a:r>
              <a:rPr lang="fr-FR" dirty="0"/>
              <a:t>Mettre à jour ses équipements</a:t>
            </a:r>
          </a:p>
        </p:txBody>
      </p:sp>
    </p:spTree>
    <p:extLst>
      <p:ext uri="{BB962C8B-B14F-4D97-AF65-F5344CB8AC3E}">
        <p14:creationId xmlns:p14="http://schemas.microsoft.com/office/powerpoint/2010/main" val="274805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, Caractère coloré, circuit, art&#10;&#10;Le contenu généré par l’IA peut être incorrect.">
            <a:extLst>
              <a:ext uri="{FF2B5EF4-FFF2-40B4-BE49-F238E27FC236}">
                <a16:creationId xmlns:a16="http://schemas.microsoft.com/office/drawing/2014/main" id="{94C1CBFE-4B63-0798-63FA-F455890AE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156" y="-133350"/>
            <a:ext cx="12623606" cy="707498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B61BED1-C604-3BE2-7EBB-3FB0715A8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txBody>
          <a:bodyPr anchor="ctr" anchorCtr="0"/>
          <a:lstStyle/>
          <a:p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705089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85</Words>
  <Application>Microsoft Office PowerPoint</Application>
  <PresentationFormat>Grand écran</PresentationFormat>
  <Paragraphs>28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Projet Maraudeur-Zero</vt:lpstr>
      <vt:lpstr>Plan</vt:lpstr>
      <vt:lpstr>Introduction</vt:lpstr>
      <vt:lpstr>Prevention</vt:lpstr>
      <vt:lpstr>Les différentes attaques</vt:lpstr>
      <vt:lpstr>Matériel / logiciel</vt:lpstr>
      <vt:lpstr>Comment faire l’attaque</vt:lpstr>
      <vt:lpstr>Comment s’en protéger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Quentin gely</dc:creator>
  <cp:lastModifiedBy>Quentin gely</cp:lastModifiedBy>
  <cp:revision>1</cp:revision>
  <dcterms:created xsi:type="dcterms:W3CDTF">2025-11-25T17:41:19Z</dcterms:created>
  <dcterms:modified xsi:type="dcterms:W3CDTF">2025-11-25T18:44:14Z</dcterms:modified>
</cp:coreProperties>
</file>